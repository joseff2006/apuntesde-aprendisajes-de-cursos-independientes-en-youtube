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63008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830969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383533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70289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076971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373273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12844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786305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3998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76017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999317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263404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015275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746459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s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1951185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501764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83283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5738E6C-D5ED-4C20-B99A-F486C81FA71A}" type="datetimeFigureOut">
              <a:rPr lang="es-US" smtClean="0"/>
              <a:t>8/23/2025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s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9C1E4E7-225E-450E-AF8B-79AC7F46B1D3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837881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2299C722-DBE0-4491-886F-A18FDD9AA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401" y="1085757"/>
            <a:ext cx="4514850" cy="25527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74E65408-620D-4683-89D2-92CB690C9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749" y="1295215"/>
            <a:ext cx="2456901" cy="2133785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6CD9AEFB-5C8A-4415-9192-34C830570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1955" y="3901080"/>
            <a:ext cx="8825658" cy="861420"/>
          </a:xfrm>
        </p:spPr>
        <p:txBody>
          <a:bodyPr>
            <a:no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Nombre: Jose Ismael Font Fernandez </a:t>
            </a:r>
          </a:p>
          <a:p>
            <a:r>
              <a:rPr lang="es-ES" sz="1400" b="1" dirty="0" err="1">
                <a:solidFill>
                  <a:schemeClr val="bg1"/>
                </a:solidFill>
              </a:rPr>
              <a:t>Tecnico</a:t>
            </a:r>
            <a:r>
              <a:rPr lang="es-ES" sz="1400" b="1" dirty="0">
                <a:solidFill>
                  <a:schemeClr val="bg1"/>
                </a:solidFill>
              </a:rPr>
              <a:t>: técnico en ciberseguridad </a:t>
            </a:r>
          </a:p>
          <a:p>
            <a:r>
              <a:rPr lang="es-ES" sz="1400" b="1" dirty="0">
                <a:solidFill>
                  <a:schemeClr val="bg1"/>
                </a:solidFill>
              </a:rPr>
              <a:t>Centro educativo: </a:t>
            </a:r>
            <a:r>
              <a:rPr lang="es-ES" sz="1400" b="1" dirty="0" err="1">
                <a:solidFill>
                  <a:schemeClr val="bg1"/>
                </a:solidFill>
              </a:rPr>
              <a:t>dapiato</a:t>
            </a:r>
            <a:r>
              <a:rPr lang="es-ES" sz="1400" b="1" dirty="0">
                <a:solidFill>
                  <a:schemeClr val="bg1"/>
                </a:solidFill>
              </a:rPr>
              <a:t> pro salud </a:t>
            </a:r>
          </a:p>
          <a:p>
            <a:r>
              <a:rPr lang="es-ES" sz="1400" b="1" dirty="0">
                <a:solidFill>
                  <a:schemeClr val="bg1"/>
                </a:solidFill>
              </a:rPr>
              <a:t>Profesor: kelvin </a:t>
            </a:r>
            <a:r>
              <a:rPr lang="es-ES" sz="1400" b="1" dirty="0" err="1">
                <a:solidFill>
                  <a:schemeClr val="bg1"/>
                </a:solidFill>
              </a:rPr>
              <a:t>felix</a:t>
            </a:r>
            <a:endParaRPr lang="es-ES" sz="1400" b="1" dirty="0">
              <a:solidFill>
                <a:schemeClr val="bg1"/>
              </a:solidFill>
            </a:endParaRPr>
          </a:p>
          <a:p>
            <a:r>
              <a:rPr lang="es-US" sz="1400" b="1" dirty="0">
                <a:solidFill>
                  <a:schemeClr val="bg1"/>
                </a:solidFill>
              </a:rPr>
              <a:t>Modulo :  </a:t>
            </a:r>
            <a:r>
              <a:rPr lang="es-US" sz="1400" b="1" dirty="0" err="1">
                <a:solidFill>
                  <a:schemeClr val="bg1"/>
                </a:solidFill>
              </a:rPr>
              <a:t>Tecnologia</a:t>
            </a:r>
            <a:r>
              <a:rPr lang="es-US" sz="1400" b="1" dirty="0">
                <a:solidFill>
                  <a:schemeClr val="bg1"/>
                </a:solidFill>
              </a:rPr>
              <a:t> de la información </a:t>
            </a:r>
          </a:p>
        </p:txBody>
      </p:sp>
    </p:spTree>
    <p:extLst>
      <p:ext uri="{BB962C8B-B14F-4D97-AF65-F5344CB8AC3E}">
        <p14:creationId xmlns:p14="http://schemas.microsoft.com/office/powerpoint/2010/main" val="199700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543B81-ADE1-4EA5-B9A5-D5149156C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Almacenamiento.</a:t>
            </a:r>
            <a:endParaRPr lang="es-U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1764C2A-B1A4-48EE-B437-DF53DB5843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Seleccionamos para abrir el panel de </a:t>
            </a:r>
            <a:r>
              <a:rPr lang="es-ES" dirty="0" err="1"/>
              <a:t>configuracion</a:t>
            </a:r>
            <a:endParaRPr lang="es-US" dirty="0"/>
          </a:p>
        </p:txBody>
      </p:sp>
      <p:pic>
        <p:nvPicPr>
          <p:cNvPr id="28" name="Marcador de contenido 27">
            <a:extLst>
              <a:ext uri="{FF2B5EF4-FFF2-40B4-BE49-F238E27FC236}">
                <a16:creationId xmlns:a16="http://schemas.microsoft.com/office/drawing/2014/main" id="{C0F4AF51-3E54-436F-A86B-77628B8935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5700" y="3299007"/>
            <a:ext cx="4824413" cy="2025285"/>
          </a:xfr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79AE554F-C81F-4EB7-A184-F132FF932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978" y="5660463"/>
            <a:ext cx="847843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19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8FA06-8D00-4876-8E9A-6B2E299A0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ALMACENAMIENTO</a:t>
            </a:r>
            <a:endParaRPr lang="es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90E897-7C7C-4160-9B08-7BEEFE6AD8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Abrir el apartado de </a:t>
            </a:r>
            <a:r>
              <a:rPr lang="es-ES" dirty="0" err="1"/>
              <a:t>almacebannimiento</a:t>
            </a:r>
            <a:r>
              <a:rPr lang="es-ES" dirty="0"/>
              <a:t> </a:t>
            </a:r>
            <a:endParaRPr lang="es-US" dirty="0"/>
          </a:p>
        </p:txBody>
      </p:sp>
      <p:pic>
        <p:nvPicPr>
          <p:cNvPr id="16" name="Marcador de contenido 15">
            <a:extLst>
              <a:ext uri="{FF2B5EF4-FFF2-40B4-BE49-F238E27FC236}">
                <a16:creationId xmlns:a16="http://schemas.microsoft.com/office/drawing/2014/main" id="{9B7D4777-4FC0-45B4-A496-E280D73D2F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5700" y="2693586"/>
            <a:ext cx="4824413" cy="3236128"/>
          </a:xfrm>
        </p:spPr>
      </p:pic>
    </p:spTree>
    <p:extLst>
      <p:ext uri="{BB962C8B-B14F-4D97-AF65-F5344CB8AC3E}">
        <p14:creationId xmlns:p14="http://schemas.microsoft.com/office/powerpoint/2010/main" val="1337343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FD0C9-9C41-4437-B4DA-6DE7FA376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46294"/>
            <a:ext cx="8761413" cy="706964"/>
          </a:xfrm>
        </p:spPr>
        <p:txBody>
          <a:bodyPr/>
          <a:lstStyle/>
          <a:p>
            <a:r>
              <a:rPr lang="es-ES" dirty="0"/>
              <a:t>CONTROLADOR </a:t>
            </a:r>
            <a:endParaRPr lang="es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CEF1C2-0FB6-4629-B172-61370E574D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Seleccionar el controlador ID que aparecerá vacío </a:t>
            </a:r>
            <a:endParaRPr lang="es-US" dirty="0"/>
          </a:p>
        </p:txBody>
      </p:sp>
      <p:pic>
        <p:nvPicPr>
          <p:cNvPr id="17" name="Marcador de contenido 16">
            <a:extLst>
              <a:ext uri="{FF2B5EF4-FFF2-40B4-BE49-F238E27FC236}">
                <a16:creationId xmlns:a16="http://schemas.microsoft.com/office/drawing/2014/main" id="{F99CA605-422A-4528-8DF8-02F1C8C22D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81615" y="2603500"/>
            <a:ext cx="4772583" cy="3416300"/>
          </a:xfrm>
        </p:spPr>
      </p:pic>
    </p:spTree>
    <p:extLst>
      <p:ext uri="{BB962C8B-B14F-4D97-AF65-F5344CB8AC3E}">
        <p14:creationId xmlns:p14="http://schemas.microsoft.com/office/powerpoint/2010/main" val="1464545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F6BA9-0FC1-4D0E-B47C-A4C64A914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DISPOSITIVO IDE </a:t>
            </a:r>
            <a:endParaRPr lang="es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386A5E-4F31-455D-ABBD-250F4A4900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Seleccionar el apartado dispositivo ide secundario y seleccionar otros </a:t>
            </a:r>
            <a:endParaRPr lang="es-US" dirty="0"/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96CA7345-F674-48C8-B64B-5D22AAD5C9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77132" y="2603500"/>
            <a:ext cx="4581549" cy="3416300"/>
          </a:xfrm>
        </p:spPr>
      </p:pic>
    </p:spTree>
    <p:extLst>
      <p:ext uri="{BB962C8B-B14F-4D97-AF65-F5344CB8AC3E}">
        <p14:creationId xmlns:p14="http://schemas.microsoft.com/office/powerpoint/2010/main" val="256350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B130B-DD98-4B3B-9DD1-9B0A2B887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SELECCIÓN DE IMAGEN ISO </a:t>
            </a:r>
            <a:endParaRPr lang="es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0E1610-E2ED-4020-B690-447A287CDA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Se abrirá el explorador </a:t>
            </a:r>
          </a:p>
          <a:p>
            <a:r>
              <a:rPr lang="es-ES" dirty="0"/>
              <a:t>Seleccione la imagen </a:t>
            </a:r>
            <a:r>
              <a:rPr lang="es-ES" dirty="0" err="1"/>
              <a:t>iso</a:t>
            </a:r>
            <a:r>
              <a:rPr lang="es-ES" dirty="0"/>
              <a:t> de </a:t>
            </a:r>
            <a:r>
              <a:rPr lang="es-ES" dirty="0" err="1"/>
              <a:t>ubuntho</a:t>
            </a:r>
            <a:r>
              <a:rPr lang="es-ES" dirty="0"/>
              <a:t> o el sistema operativo que desea instalar </a:t>
            </a:r>
            <a:endParaRPr lang="es-US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82936EBF-22A7-4068-A945-B1F0D16897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88869" y="2603500"/>
            <a:ext cx="4558075" cy="3416300"/>
          </a:xfrm>
        </p:spPr>
      </p:pic>
    </p:spTree>
    <p:extLst>
      <p:ext uri="{BB962C8B-B14F-4D97-AF65-F5344CB8AC3E}">
        <p14:creationId xmlns:p14="http://schemas.microsoft.com/office/powerpoint/2010/main" val="224363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CB0C8-E327-49BB-B332-9D4C8D95C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VERIFICACION </a:t>
            </a:r>
            <a:endParaRPr lang="es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6BAB6F-5DE3-4680-8023-240878DB50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Revisar que aparecerá el nombre de la imagen </a:t>
            </a:r>
            <a:r>
              <a:rPr lang="es-ES" dirty="0" err="1"/>
              <a:t>iso</a:t>
            </a:r>
            <a:r>
              <a:rPr lang="es-ES" dirty="0"/>
              <a:t> donde antes estaba </a:t>
            </a:r>
            <a:r>
              <a:rPr lang="es-ES" dirty="0" err="1"/>
              <a:t>vacio</a:t>
            </a:r>
            <a:r>
              <a:rPr lang="es-ES" dirty="0"/>
              <a:t> </a:t>
            </a:r>
            <a:endParaRPr lang="es-US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D830CCCE-BCED-47E2-9E37-D09F428899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47082" y="2603500"/>
            <a:ext cx="4441649" cy="3416300"/>
          </a:xfrm>
        </p:spPr>
      </p:pic>
    </p:spTree>
    <p:extLst>
      <p:ext uri="{BB962C8B-B14F-4D97-AF65-F5344CB8AC3E}">
        <p14:creationId xmlns:p14="http://schemas.microsoft.com/office/powerpoint/2010/main" val="1732599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F21437-8197-436D-929D-10BC5F076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INTERFAZ</a:t>
            </a:r>
            <a:endParaRPr lang="es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9D2628-8650-4734-BCB3-94F9BDFA90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Revisar en los detalles de sistema donde </a:t>
            </a:r>
            <a:r>
              <a:rPr lang="es-ES" dirty="0" err="1"/>
              <a:t>apararecera</a:t>
            </a:r>
            <a:r>
              <a:rPr lang="es-ES" dirty="0"/>
              <a:t> la </a:t>
            </a:r>
            <a:r>
              <a:rPr lang="es-ES" dirty="0" err="1"/>
              <a:t>distribucioin</a:t>
            </a:r>
            <a:r>
              <a:rPr lang="es-ES" dirty="0"/>
              <a:t> de sistema instalado </a:t>
            </a:r>
            <a:endParaRPr lang="es-US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3A1F8DB2-7F48-448F-B152-3A499F289D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5700" y="2691272"/>
            <a:ext cx="4824413" cy="3240756"/>
          </a:xfrm>
        </p:spPr>
      </p:pic>
    </p:spTree>
    <p:extLst>
      <p:ext uri="{BB962C8B-B14F-4D97-AF65-F5344CB8AC3E}">
        <p14:creationId xmlns:p14="http://schemas.microsoft.com/office/powerpoint/2010/main" val="4047718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2DA86-E4FE-440A-9964-EB968D6BD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5608F990-3D78-4478-A95C-1DD3F3C4BE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5700" y="2644953"/>
            <a:ext cx="4824413" cy="3333394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C5F7A2-E338-4B41-A166-9A52A65840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327094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6EDE9-67D5-474F-A1AB-CDB2A8E1B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D8B71DE-96D5-4AD5-8D38-51281F4950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28728" y="2603500"/>
            <a:ext cx="4278357" cy="3416300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6B81B1-536E-4465-B5C5-C721891749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72612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7FAC3-9E54-48E7-9BBD-2FAF865C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0118ADF-BF4B-40A3-80EA-B11E675D4B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64232" y="2603500"/>
            <a:ext cx="4607348" cy="3416300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96F3D9-3EC6-4DDE-9071-62DC5EDE3B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204523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30534-BB84-4A1D-9C78-78C43FDA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5EAE3948-4F95-4317-8730-FC63429831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89698" y="2603500"/>
            <a:ext cx="4156416" cy="3416300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AD757B-0A8C-4785-9A63-3744BC2408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342445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59D00-0773-4B28-AB29-0CCB6D42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86A5085-898F-44F8-9E97-7A0D50DF36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57770" y="2603500"/>
            <a:ext cx="4420273" cy="3416300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71DD18-69E1-4ACE-9DEE-A71E6297B0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164517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ADA90-88AE-47AE-B5DE-CA366A06A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437A4DC-8458-4884-B830-FEBB1D1300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48846" y="2603500"/>
            <a:ext cx="4438120" cy="3416300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74DC3F-3819-4B24-8399-B57A3E96F1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233494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80958-D34C-4FAE-8E2E-E9924DB96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21CD834A-3CDD-49A3-8320-45539B64057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51635" y="2603500"/>
            <a:ext cx="4232543" cy="3416300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B888BB-0C81-4160-9B77-665BF12E53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669744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C87EC-D934-40A9-9F8E-71E03F41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A1129D78-A0C1-40F6-9FF6-6B3716D671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99778" y="2603500"/>
            <a:ext cx="4536256" cy="3416300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137D477-45DD-4B85-90B5-DB9D707347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970660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84AE1-39CD-4694-A408-BC1557E9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326FFBCE-DDC9-40F8-AFCE-8725483C944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6690" y="2603500"/>
            <a:ext cx="4242432" cy="3416300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D80FCF-4C2D-46C1-9C70-D4CCCCA7D0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984748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B03DE-8847-42FC-A78D-FD4D1F1F6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43A3C3-C242-428E-8990-7871B8929C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B385A7-9C8D-4D8B-901C-30696E5225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330286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F0561B-C047-4CC0-B545-677FE98A8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D45BC8-F164-4343-86BE-9B4A6BEA14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0BDD5E-ED84-4D42-A7E0-8631EE012F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204712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AD168-BC38-4402-BE4D-E55540ADE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58BDED-C916-4D66-8EF2-F05A9F3173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95BB48-68A7-4C42-8DE1-6333EA5128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1650443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Sala de reuniones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329</TotalTime>
  <Words>110</Words>
  <Application>Microsoft Office PowerPoint</Application>
  <PresentationFormat>Panorámica</PresentationFormat>
  <Paragraphs>20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Sala de reuniones Ion</vt:lpstr>
      <vt:lpstr>Presentación de PowerPoint</vt:lpstr>
      <vt:lpstr>Almacenamiento.</vt:lpstr>
      <vt:lpstr>ALMACENAMIENTO</vt:lpstr>
      <vt:lpstr>CONTROLADOR </vt:lpstr>
      <vt:lpstr>DISPOSITIVO IDE </vt:lpstr>
      <vt:lpstr>SELECCIÓN DE IMAGEN ISO </vt:lpstr>
      <vt:lpstr>VERIFICACION </vt:lpstr>
      <vt:lpstr>INTERFAZ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Ismael Font Fernandez</dc:creator>
  <cp:lastModifiedBy>Jose Ismael Font Fernandez</cp:lastModifiedBy>
  <cp:revision>18</cp:revision>
  <dcterms:created xsi:type="dcterms:W3CDTF">2025-08-23T15:17:35Z</dcterms:created>
  <dcterms:modified xsi:type="dcterms:W3CDTF">2025-08-23T20:47:35Z</dcterms:modified>
</cp:coreProperties>
</file>